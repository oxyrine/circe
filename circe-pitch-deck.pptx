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the track, and the one-line premise: Circe scores circular-trading fraud inside the ledger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problem in the ₹58,772 Cr figure — this is detected fraud, found by manual audit,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reasons cycle-finding alone doesn't work: real commerce loops too, and the worst fraud never fully closes on-ledger.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stack: Exasol as system of record, the graph engine bridging the missing leg, in-database scoring, then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discrimination story in one slide: thousands of candidate loops, five real fraud 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orthogonal signals combine by weighted geometric mean, and abstain rather than fabricate 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real tables, live right now — this is a system of record, not a bolt-on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runs as UDFs and SQL views inside Exasol; the benchmark shows the win is zero data movement, not raw speed at this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Parity was proven twice, live, on two separate Exasol instances — zero mismatches across every scored 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decides with deterministic math; the LLM only narrates, and degrades honestly when it has no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guided steps — Review, Visualise, Investigate, Verify — each screenshot labelled with its source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Perfect recall on injected fraud, and the limitations are named up front rather than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thesis: Circe finds the loop the fraud was built to hide, and proves its math where the ledger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2026-09-13T15:34:41Z</dcterms:created>
  <dcterms:modified xsi:type="dcterms:W3CDTF">2026-09-13T15:34:41Z</dcterms:modified>
</cp:coreProperties>
</file>